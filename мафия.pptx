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6" r:id="rId2"/>
    <p:sldId id="258" r:id="rId3"/>
    <p:sldId id="259" r:id="rId4"/>
    <p:sldId id="260" r:id="rId5"/>
    <p:sldId id="261" r:id="rId6"/>
    <p:sldId id="267" r:id="rId7"/>
    <p:sldId id="268" r:id="rId8"/>
    <p:sldId id="262" r:id="rId9"/>
    <p:sldId id="263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6861158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375056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7036561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335970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66930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0185269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8315842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3158591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193222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937891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822295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4510322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2360125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4290386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6787482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9763221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27452"/>
      </p:ext>
    </p:extLst>
  </p:cSld>
  <p:clrMapOvr>
    <a:masterClrMapping/>
  </p:clrMapOvr>
  <p:transition spd="med">
    <p:pull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9594072"/>
      </p:ext>
    </p:extLst>
  </p:cSld>
  <p:clrMapOvr>
    <a:masterClrMapping/>
  </p:clrMapOvr>
  <p:transition spd="med">
    <p:pull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9934368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B3A99F4B-38AE-487A-8B39-3415B4939CDD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E1F25C9E-B18C-4DA2-9533-24A9FBD7A2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1486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transition spd="med">
    <p:pull/>
  </p:transition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127.0.0.1:500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12AE4D-03F2-3F21-36EA-CAB7B1A148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effectLst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MAFIA PROJECT</a:t>
            </a:r>
            <a:r>
              <a:rPr lang="ru-RU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18C735-AB08-1AC8-5C8E-6345E970E2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2162381"/>
          </a:xfrm>
        </p:spPr>
        <p:txBody>
          <a:bodyPr>
            <a:normAutofit lnSpcReduction="10000"/>
          </a:bodyPr>
          <a:lstStyle/>
          <a:p>
            <a:r>
              <a:rPr lang="ru-RU" dirty="0">
                <a:effectLst/>
              </a:rPr>
              <a:t>Спортивная мафия онлайн</a:t>
            </a:r>
          </a:p>
          <a:p>
            <a:r>
              <a:rPr lang="ru-RU" dirty="0">
                <a:effectLst/>
              </a:rPr>
              <a:t>Учебный проект по </a:t>
            </a:r>
            <a:r>
              <a:rPr lang="ru-RU" dirty="0" err="1">
                <a:effectLst/>
              </a:rPr>
              <a:t>Flask</a:t>
            </a:r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endParaRPr lang="ru-RU" dirty="0">
              <a:effectLst/>
            </a:endParaRPr>
          </a:p>
          <a:p>
            <a:pPr algn="r"/>
            <a:r>
              <a:rPr lang="ru-RU" dirty="0">
                <a:effectLst/>
              </a:rPr>
              <a:t>Автор: Султангараева Альбина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3996721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C66BC0-E362-DE39-9217-7CB977596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2"/>
            <a:ext cx="9905999" cy="2819398"/>
          </a:xfrm>
        </p:spPr>
        <p:txBody>
          <a:bodyPr/>
          <a:lstStyle/>
          <a:p>
            <a:r>
              <a:rPr lang="ru-RU" dirty="0"/>
              <a:t>Почему этот проект актуален?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A18625C-DAC9-80B9-E6FB-2A639AC2C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3429001"/>
            <a:ext cx="9906000" cy="2819398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Спортивная мафия — популярная командная игра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Ведущему сложно контролировать все фазы и роли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Ошибки в ходе игры портят игровой процесс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Нет простых и удобных онлайн-инструментов вместо ведущего</a:t>
            </a:r>
          </a:p>
        </p:txBody>
      </p:sp>
    </p:spTree>
    <p:extLst>
      <p:ext uri="{BB962C8B-B14F-4D97-AF65-F5344CB8AC3E}">
        <p14:creationId xmlns:p14="http://schemas.microsoft.com/office/powerpoint/2010/main" val="1704451356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70E5D5-208E-6287-2CFF-4D4CB4818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2554073-045A-4961-3FC1-8873206CEC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Цель:</a:t>
            </a:r>
            <a:br>
              <a:rPr lang="ru-RU" dirty="0"/>
            </a:br>
            <a:r>
              <a:rPr lang="ru-RU" dirty="0"/>
              <a:t>Создать веб-сайт для удобного ведения игры в спортивную мафию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D10E31E-5309-8993-16E7-A0919386923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Задачи:</a:t>
            </a:r>
            <a:endParaRPr lang="ru-RU" dirty="0"/>
          </a:p>
          <a:p>
            <a:r>
              <a:rPr lang="ru-RU" dirty="0"/>
              <a:t>автоматизировать ход игры</a:t>
            </a:r>
          </a:p>
          <a:p>
            <a:r>
              <a:rPr lang="ru-RU" dirty="0"/>
              <a:t>исключить логические ошибки</a:t>
            </a:r>
          </a:p>
          <a:p>
            <a:r>
              <a:rPr lang="ru-RU" dirty="0"/>
              <a:t>упростить работу ведущего</a:t>
            </a:r>
          </a:p>
          <a:p>
            <a:r>
              <a:rPr lang="ru-RU" dirty="0"/>
              <a:t>сохранить честность игры</a:t>
            </a:r>
          </a:p>
        </p:txBody>
      </p:sp>
    </p:spTree>
    <p:extLst>
      <p:ext uri="{BB962C8B-B14F-4D97-AF65-F5344CB8AC3E}">
        <p14:creationId xmlns:p14="http://schemas.microsoft.com/office/powerpoint/2010/main" val="575994849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913450-F16B-76E4-D3C1-9E4C0E528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852370"/>
            <a:ext cx="3549121" cy="1371600"/>
          </a:xfrm>
        </p:spPr>
        <p:txBody>
          <a:bodyPr/>
          <a:lstStyle/>
          <a:p>
            <a:r>
              <a:rPr lang="ru-RU" dirty="0"/>
              <a:t>Функциональные возможности</a:t>
            </a:r>
          </a:p>
        </p:txBody>
      </p:sp>
      <p:pic>
        <p:nvPicPr>
          <p:cNvPr id="6" name="Объект 5" descr="Изображение выглядит как текст, снимок экрана, программное обеспечение, Операционная сист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10B43B3-9C66-9032-D0D1-3887D18F28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56163" y="1407199"/>
            <a:ext cx="6411912" cy="3586402"/>
          </a:xfrm>
          <a:prstGeom prst="rect">
            <a:avLst/>
          </a:prstGeom>
        </p:spPr>
      </p:pic>
      <p:sp>
        <p:nvSpPr>
          <p:cNvPr id="4" name="Текст 3">
            <a:extLst>
              <a:ext uri="{FF2B5EF4-FFF2-40B4-BE49-F238E27FC236}">
                <a16:creationId xmlns:a16="http://schemas.microsoft.com/office/drawing/2014/main" id="{40735427-C90C-329C-2366-77102F9E0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3303494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Сайт позволяет: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создавать новую партию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вводить игроков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автоматически распределять роли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проводить день и ночь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выполнять проверки дона и шерифа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фиксировать убийства и голосования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определять победителя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827892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64FC8A-DB98-55A5-E488-A806D1FCB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структуры игры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BB493B6-7381-E7ED-1154-AE5EFDB4AD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Выделенные фазы: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61E42BD6-DF4E-3221-5278-AE4B9E75AC3D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день (голосование)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ночь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стрельба мафии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проверка дона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проверка шерифа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D5DFB9-F3D8-087C-F7AD-D9219BDB22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Условия завершения: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2EBDF2E-EB3E-7B7A-61AD-0ED849311107}"/>
              </a:ext>
            </a:extLst>
          </p:cNvPr>
          <p:cNvSpPr>
            <a:spLocks noGrp="1" noChangeArrowheads="1"/>
          </p:cNvSpPr>
          <p:nvPr>
            <p:ph sz="quarter" idx="4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победа чёрных при равенстве команд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победа красных при уничтожении мафии</a:t>
            </a:r>
          </a:p>
        </p:txBody>
      </p:sp>
    </p:spTree>
    <p:extLst>
      <p:ext uri="{BB962C8B-B14F-4D97-AF65-F5344CB8AC3E}">
        <p14:creationId xmlns:p14="http://schemas.microsoft.com/office/powerpoint/2010/main" val="665257948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8F95A95-A667-D243-FCA2-1DB15903FA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8320" y="50539"/>
            <a:ext cx="3332480" cy="3839787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369AB6C-871B-65CF-CE6E-A91549FC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3184" b="29237"/>
          <a:stretch>
            <a:fillRect/>
          </a:stretch>
        </p:blipFill>
        <p:spPr>
          <a:xfrm>
            <a:off x="113665" y="223520"/>
            <a:ext cx="3830319" cy="3803057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, Операционная система">
            <a:extLst>
              <a:ext uri="{FF2B5EF4-FFF2-40B4-BE49-F238E27FC236}">
                <a16:creationId xmlns:a16="http://schemas.microsoft.com/office/drawing/2014/main" id="{FA17B67D-98BE-BED3-8FB2-7741A651FA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53" t="721" r="64250" b="723"/>
          <a:stretch>
            <a:fillRect/>
          </a:stretch>
        </p:blipFill>
        <p:spPr>
          <a:xfrm>
            <a:off x="4476793" y="50539"/>
            <a:ext cx="3138718" cy="411085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9193A1-4F12-A798-959F-A46FC746B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4296203"/>
            <a:ext cx="3716655" cy="248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337932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06B6624-C7CC-3F00-F112-DAB91562E5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909" y="426720"/>
            <a:ext cx="8407749" cy="5541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942653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7B632-CFAF-29E6-8BDC-FCBD4647B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609602"/>
            <a:ext cx="9905999" cy="1864658"/>
          </a:xfrm>
        </p:spPr>
        <p:txBody>
          <a:bodyPr/>
          <a:lstStyle/>
          <a:p>
            <a:r>
              <a:rPr lang="ru-RU" dirty="0"/>
              <a:t>Польза и преимущества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8F7A46-5D77-4661-4F61-DE6D5EF5F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3101788"/>
            <a:ext cx="9906000" cy="2689412"/>
          </a:xfrm>
        </p:spPr>
        <p:txBody>
          <a:bodyPr>
            <a:normAutofit/>
          </a:bodyPr>
          <a:lstStyle/>
          <a:p>
            <a:r>
              <a:rPr lang="ru-RU" b="1" dirty="0"/>
              <a:t>Преимущества:</a:t>
            </a:r>
            <a:endParaRPr lang="ru-RU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ведущий не держит всё в голове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игра идёт строго по правилам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уменьшается вероятность ошибок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ускоряется игровой процесс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подходит для учебных и любительских игр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69304492"/>
      </p:ext>
    </p:extLst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A7E718-387A-6423-D234-80CA7C3E6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1" y="816393"/>
            <a:ext cx="9906000" cy="1468800"/>
          </a:xfrm>
        </p:spPr>
        <p:txBody>
          <a:bodyPr/>
          <a:lstStyle/>
          <a:p>
            <a:r>
              <a:rPr lang="ru-RU" dirty="0"/>
              <a:t>Пользовательский интерфейс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84940E-761D-A43F-07DC-B456F31F66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2492189"/>
            <a:ext cx="9906001" cy="29224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b="1" dirty="0"/>
              <a:t>Особенности:</a:t>
            </a:r>
            <a:endParaRPr lang="ru-RU" dirty="0"/>
          </a:p>
          <a:p>
            <a:r>
              <a:rPr lang="ru-RU" dirty="0"/>
              <a:t>тёмная тема</a:t>
            </a:r>
          </a:p>
          <a:p>
            <a:r>
              <a:rPr lang="ru-RU" dirty="0"/>
              <a:t>минималистичный дизайн</a:t>
            </a:r>
          </a:p>
          <a:p>
            <a:r>
              <a:rPr lang="ru-RU" dirty="0"/>
              <a:t>интуитивная навигация</a:t>
            </a:r>
          </a:p>
          <a:p>
            <a:r>
              <a:rPr lang="ru-RU" dirty="0"/>
              <a:t>фокус на игровом процессе</a:t>
            </a:r>
          </a:p>
          <a:p>
            <a:r>
              <a:rPr lang="ru-RU" dirty="0"/>
              <a:t>отсутствие лишних элементов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0860175"/>
      </p:ext>
    </p:extLst>
  </p:cSld>
  <p:clrMapOvr>
    <a:masterClrMapping/>
  </p:clrMapOvr>
  <p:transition spd="med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9063FB-2702-B9A3-4092-F4FA0F9B9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Выводы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8FD359E-F280-46F0-3D9A-B03B144BA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1" y="3429000"/>
            <a:ext cx="9906000" cy="2362200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создан полноценный рабочий веб-проект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решена практическая задача ведения игры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/>
              <a:t>проект можно расширять: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/>
              <a:t>статистика игр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/>
              <a:t>онлайн-режим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dirty="0"/>
              <a:t>личные кабинеты</a:t>
            </a:r>
          </a:p>
        </p:txBody>
      </p:sp>
    </p:spTree>
    <p:extLst>
      <p:ext uri="{BB962C8B-B14F-4D97-AF65-F5344CB8AC3E}">
        <p14:creationId xmlns:p14="http://schemas.microsoft.com/office/powerpoint/2010/main" val="2761157944"/>
      </p:ext>
    </p:extLst>
  </p:cSld>
  <p:clrMapOvr>
    <a:masterClrMapping/>
  </p:clrMapOvr>
  <p:transition spd="med">
    <p:pull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ланец">
  <a:themeElements>
    <a:clrScheme name="Сланец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Сланец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ланец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TM04033929[[fn=Сланец]]</Template>
  <TotalTime>143</TotalTime>
  <Words>195</Words>
  <Application>Microsoft Office PowerPoint</Application>
  <PresentationFormat>Широкоэкранный</PresentationFormat>
  <Paragraphs>58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Calisto MT</vt:lpstr>
      <vt:lpstr>Wingdings</vt:lpstr>
      <vt:lpstr>Wingdings 2</vt:lpstr>
      <vt:lpstr>Сланец</vt:lpstr>
      <vt:lpstr>MAFIA PROJECT </vt:lpstr>
      <vt:lpstr>Почему этот проект актуален?</vt:lpstr>
      <vt:lpstr>Цель проекта</vt:lpstr>
      <vt:lpstr>Функциональные возможности</vt:lpstr>
      <vt:lpstr>Анализ структуры игры</vt:lpstr>
      <vt:lpstr>Презентация PowerPoint</vt:lpstr>
      <vt:lpstr>Презентация PowerPoint</vt:lpstr>
      <vt:lpstr>Польза и преимущества</vt:lpstr>
      <vt:lpstr>Пользовательский интерфейс</vt:lpstr>
      <vt:lpstr>Выводы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Albina</dc:creator>
  <cp:lastModifiedBy>Albina</cp:lastModifiedBy>
  <cp:revision>5</cp:revision>
  <dcterms:created xsi:type="dcterms:W3CDTF">2025-12-15T06:34:10Z</dcterms:created>
  <dcterms:modified xsi:type="dcterms:W3CDTF">2025-12-18T07:26:57Z</dcterms:modified>
</cp:coreProperties>
</file>